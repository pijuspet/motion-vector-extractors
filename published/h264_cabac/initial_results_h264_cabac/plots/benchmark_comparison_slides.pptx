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7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9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0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5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6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8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9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0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2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4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5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6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7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8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Fastest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Best (lowest time/frame) method at each streams value</a:t>
            </a:r>
          </a:p>
        </p:txBody>
      </p:sp>
      <p:pic>
        <p:nvPicPr>
          <p:cNvPr id="4" name="Picture 3" descr="fastest_high_method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Speedup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normalised so &gt;1.0 = improvement over baseline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Speedup Heatmap vs Baseline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Average speedup across all stream counts — green = better, red = worse (Original FFmpeg MV only = 1.0)</a:t>
            </a:r>
          </a:p>
        </p:txBody>
      </p:sp>
      <p:pic>
        <p:nvPicPr>
          <p:cNvPr id="4" name="Picture 3" descr="speedu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Speedup Heatmap at 1 Streams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Speedup at 1 streams — green = better, red = worse (Original FFmpeg MV only = 1.0)</a:t>
            </a:r>
          </a:p>
        </p:txBody>
      </p:sp>
      <p:pic>
        <p:nvPicPr>
          <p:cNvPr id="4" name="Picture 3" descr="speedup_heatmap_1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Speedup Heatmap at 3 Streams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Speedup at 3 streams — green = better, red = worse (Original FFmpeg MV only = 1.0)</a:t>
            </a:r>
          </a:p>
        </p:txBody>
      </p:sp>
      <p:pic>
        <p:nvPicPr>
          <p:cNvPr id="4" name="Picture 3" descr="speedup_heatmap_3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Speedup Heatmap at 5 Streams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Speedup at 5 streams — green = better, red = worse (Original FFmpeg MV only = 1.0)</a:t>
            </a:r>
          </a:p>
        </p:txBody>
      </p:sp>
      <p:pic>
        <p:nvPicPr>
          <p:cNvPr id="4" name="Picture 3" descr="speedup_heatmap_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Speedup Heatmap at 10 Streams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Speedup at 10 streams — green = better, red = worse (Original FFmpeg MV only = 1.0)</a:t>
            </a:r>
          </a:p>
        </p:txBody>
      </p:sp>
      <p:pic>
        <p:nvPicPr>
          <p:cNvPr id="4" name="Picture 3" descr="speedup_heatmap_1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Speedup Heatmap at 15 Streams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Speedup at 15 streams — green = better, red = worse (Original FFmpeg MV only = 1.0)</a:t>
            </a:r>
          </a:p>
        </p:txBody>
      </p:sp>
      <p:pic>
        <p:nvPicPr>
          <p:cNvPr id="4" name="Picture 3" descr="speedup_heatmap_1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Speedup Heatmap at 20 Streams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Speedup at 20 streams — green = better, red = worse (Original FFmpeg MV only = 1.0)</a:t>
            </a:r>
          </a:p>
        </p:txBody>
      </p:sp>
      <p:pic>
        <p:nvPicPr>
          <p:cNvPr id="4" name="Picture 3" descr="speedup_heatmap_2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Speedup Heatmap at 25 Streams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Speedup at 25 streams — green = better, red = worse (Original FFmpeg MV only = 1.0)</a:t>
            </a:r>
          </a:p>
        </p:txBody>
      </p:sp>
      <p:pic>
        <p:nvPicPr>
          <p:cNvPr id="4" name="Picture 3" descr="speedup_heatmap_2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Speedup Heatmap at 30 Streams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Speedup at 30 streams — green = better, red = worse (Original FFmpeg MV only = 1.0)</a:t>
            </a:r>
          </a:p>
        </p:txBody>
      </p:sp>
      <p:pic>
        <p:nvPicPr>
          <p:cNvPr id="4" name="Picture 3" descr="speedup_heatmap_3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Speedup Heatmap at 35 Streams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Speedup at 35 streams — green = better, red = worse (Original FFmpeg MV only = 1.0)</a:t>
            </a:r>
          </a:p>
        </p:txBody>
      </p:sp>
      <p:pic>
        <p:nvPicPr>
          <p:cNvPr id="4" name="Picture 3" descr="speedup_heatmap_3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Speedup Heatmap at 40 Streams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Speedup at 40 streams — green = better, red = worse (Original FFmpeg MV only = 1.0)</a:t>
            </a:r>
          </a:p>
        </p:txBody>
      </p:sp>
      <p:pic>
        <p:nvPicPr>
          <p:cNvPr id="4" name="Picture 3" descr="speedup_heatmap_4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Speedup Heatmap at 45 Streams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Speedup at 45 streams — green = better, red = worse (Original FFmpeg MV only = 1.0)</a:t>
            </a:r>
          </a:p>
        </p:txBody>
      </p:sp>
      <p:pic>
        <p:nvPicPr>
          <p:cNvPr id="4" name="Picture 3" descr="speedup_heatmap_4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Speedup Heatmap at 50 Streams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Speedup at 50 streams — green = better, red = worse (Original FFmpeg MV only = 1.0)</a:t>
            </a:r>
          </a:p>
        </p:txBody>
      </p:sp>
      <p:pic>
        <p:nvPicPr>
          <p:cNvPr id="4" name="Picture 3" descr="speedup_heatmap_5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Throughput Speedup vs Baseline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FPS ratio: method / baseline — values &gt; 1.0 = higher throughput</a:t>
            </a:r>
          </a:p>
        </p:txBody>
      </p:sp>
      <p:pic>
        <p:nvPicPr>
          <p:cNvPr id="4" name="Picture 3" descr="speedup_f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Latency Speedup vs Baseline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Time/frame ratio: baseline / method — values &gt; 1.0 = lower latency</a:t>
            </a:r>
          </a:p>
        </p:txBody>
      </p:sp>
      <p:pic>
        <p:nvPicPr>
          <p:cNvPr id="4" name="Picture 3" descr="speedup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CPU Efficiency Speedup vs Baseline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ms/frame ratio: baseline / method — values &gt; 1.0 = less CPU work</a:t>
            </a:r>
          </a:p>
        </p:txBody>
      </p:sp>
      <p:pic>
        <p:nvPicPr>
          <p:cNvPr id="4" name="Picture 3" descr="speedup_c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Memory Usage Speedup vs Baseline (Original FFmpeg MV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ratio: baseline / method — values &gt; 1.0 = less memory</a:t>
            </a:r>
          </a:p>
        </p:txBody>
      </p:sp>
      <p:pic>
        <p:nvPicPr>
          <p:cNvPr id="4" name="Picture 3" descr="speedup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Throughput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High Profile Methods: FPS vs Streams</a:t>
            </a:r>
          </a:p>
        </p:txBody>
      </p:sp>
      <p:pic>
        <p:nvPicPr>
          <p:cNvPr id="4" name="Picture 3" descr="scaling_f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Latency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High Profile Methods: Time per Frame vs Streams</a:t>
            </a:r>
          </a:p>
        </p:txBody>
      </p:sp>
      <p:pic>
        <p:nvPicPr>
          <p:cNvPr id="4" name="Picture 3" descr="scaling_timeper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CPU Efficiency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High Profile Methods: CPU ms/frame vs Streams</a:t>
            </a:r>
          </a:p>
        </p:txBody>
      </p:sp>
      <p:pic>
        <p:nvPicPr>
          <p:cNvPr id="4" name="Picture 3" descr="scaling_c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Memory Usage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High Profile Methods: Memory Usage (kB) vs Streams</a:t>
            </a:r>
          </a:p>
        </p:txBody>
      </p:sp>
      <p:pic>
        <p:nvPicPr>
          <p:cNvPr id="4" name="Picture 3" descr="scaling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Worst Memory per Stream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High Profile Methods: Worst Memory/Stream (kB) vs Streams</a:t>
            </a:r>
          </a:p>
        </p:txBody>
      </p:sp>
      <p:pic>
        <p:nvPicPr>
          <p:cNvPr id="4" name="Picture 3" descr="scaling_memper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Grouped FPS Comparison (All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High Profile Methods: FPS per Streams, Grouped Bar Chart</a:t>
            </a:r>
          </a:p>
        </p:txBody>
      </p:sp>
      <p:pic>
        <p:nvPicPr>
          <p:cNvPr id="4" name="Picture 3" descr="grouped_barchart_f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Grouped Latency Comparison (All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High Profile Methods: Latency (ms/frame) per Streams, Grouped Bar Chart</a:t>
            </a:r>
          </a:p>
        </p:txBody>
      </p:sp>
      <p:pic>
        <p:nvPicPr>
          <p:cNvPr id="4" name="Picture 3" descr="grouped_barchart_timeper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Grouped CPU Efficiency Comparison (All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High Profile Methods: CPU ms/frame per Streams, Grouped Bar Chart</a:t>
            </a:r>
          </a:p>
        </p:txBody>
      </p:sp>
      <p:pic>
        <p:nvPicPr>
          <p:cNvPr id="4" name="Picture 3" descr="grouped_barchart_c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Grouped Memory Usage Comparison (All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High Profile Methods: Memory Usage per Streams, Grouped Bar Chart</a:t>
            </a:r>
          </a:p>
        </p:txBody>
      </p:sp>
      <p:pic>
        <p:nvPicPr>
          <p:cNvPr id="4" name="Picture 3" descr="grouped_barchart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Full Per-Streams Benchmark Results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streams=1</a:t>
            </a:r>
          </a:p>
        </p:txBody>
      </p:sp>
      <p:pic>
        <p:nvPicPr>
          <p:cNvPr id="4" name="Picture 3" descr="detail_table_1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streams=3</a:t>
            </a:r>
          </a:p>
        </p:txBody>
      </p:sp>
      <p:pic>
        <p:nvPicPr>
          <p:cNvPr id="4" name="Picture 3" descr="detail_table_3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streams=5</a:t>
            </a:r>
          </a:p>
        </p:txBody>
      </p:sp>
      <p:pic>
        <p:nvPicPr>
          <p:cNvPr id="4" name="Picture 3" descr="detail_table_5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streams=10</a:t>
            </a:r>
          </a:p>
        </p:txBody>
      </p:sp>
      <p:pic>
        <p:nvPicPr>
          <p:cNvPr id="4" name="Picture 3" descr="detail_table_10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streams=15</a:t>
            </a:r>
          </a:p>
        </p:txBody>
      </p:sp>
      <p:pic>
        <p:nvPicPr>
          <p:cNvPr id="4" name="Picture 3" descr="detail_table_15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streams=20</a:t>
            </a:r>
          </a:p>
        </p:txBody>
      </p:sp>
      <p:pic>
        <p:nvPicPr>
          <p:cNvPr id="4" name="Picture 3" descr="detail_table_20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streams=25</a:t>
            </a:r>
          </a:p>
        </p:txBody>
      </p:sp>
      <p:pic>
        <p:nvPicPr>
          <p:cNvPr id="4" name="Picture 3" descr="detail_table_25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streams=30</a:t>
            </a:r>
          </a:p>
        </p:txBody>
      </p:sp>
      <p:pic>
        <p:nvPicPr>
          <p:cNvPr id="4" name="Picture 3" descr="detail_table_30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streams=35</a:t>
            </a:r>
          </a:p>
        </p:txBody>
      </p:sp>
      <p:pic>
        <p:nvPicPr>
          <p:cNvPr id="4" name="Picture 3" descr="detail_table_35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streams=40</a:t>
            </a:r>
          </a:p>
        </p:txBody>
      </p:sp>
      <p:pic>
        <p:nvPicPr>
          <p:cNvPr id="4" name="Picture 3" descr="detail_table_40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streams=45</a:t>
            </a:r>
          </a:p>
        </p:txBody>
      </p:sp>
      <p:pic>
        <p:nvPicPr>
          <p:cNvPr id="4" name="Picture 3" descr="detail_table_45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streams=50</a:t>
            </a:r>
          </a:p>
        </p:txBody>
      </p:sp>
      <p:pic>
        <p:nvPicPr>
          <p:cNvPr id="4" name="Picture 3" descr="detail_table_50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(1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1 Streams</a:t>
            </a:r>
          </a:p>
        </p:txBody>
      </p:sp>
      <p:pic>
        <p:nvPicPr>
          <p:cNvPr id="4" name="Picture 3" descr="barchart_fps_1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(1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1 Streams</a:t>
            </a:r>
          </a:p>
        </p:txBody>
      </p:sp>
      <p:pic>
        <p:nvPicPr>
          <p:cNvPr id="4" name="Picture 3" descr="barchart_timeperframe_1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Efficiency Comparison (1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ms/frame by High Profile Method at 1 Streams</a:t>
            </a:r>
          </a:p>
        </p:txBody>
      </p:sp>
      <p:pic>
        <p:nvPicPr>
          <p:cNvPr id="4" name="Picture 3" descr="barchart_cpu_1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(1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1 Streams</a:t>
            </a:r>
          </a:p>
        </p:txBody>
      </p:sp>
      <p:pic>
        <p:nvPicPr>
          <p:cNvPr id="4" name="Picture 3" descr="barchart_memory_1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Worst Memory/Stream Comparison (1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Worst Memory per Stream (kB) by High Profile Method at 1 Streams</a:t>
            </a:r>
          </a:p>
        </p:txBody>
      </p:sp>
      <p:pic>
        <p:nvPicPr>
          <p:cNvPr id="4" name="Picture 3" descr="barchart_memperstream_1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(3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3 Streams</a:t>
            </a:r>
          </a:p>
        </p:txBody>
      </p:sp>
      <p:pic>
        <p:nvPicPr>
          <p:cNvPr id="4" name="Picture 3" descr="barchart_fps_3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(3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3 Streams</a:t>
            </a:r>
          </a:p>
        </p:txBody>
      </p:sp>
      <p:pic>
        <p:nvPicPr>
          <p:cNvPr id="4" name="Picture 3" descr="barchart_timeperframe_3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Efficiency Comparison (3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ms/frame by High Profile Method at 3 Streams</a:t>
            </a:r>
          </a:p>
        </p:txBody>
      </p:sp>
      <p:pic>
        <p:nvPicPr>
          <p:cNvPr id="4" name="Picture 3" descr="barchart_cpu_3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(3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3 Streams</a:t>
            </a:r>
          </a:p>
        </p:txBody>
      </p:sp>
      <p:pic>
        <p:nvPicPr>
          <p:cNvPr id="4" name="Picture 3" descr="barchart_memory_3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Worst Memory/Stream Comparison (3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Worst Memory per Stream (kB) by High Profile Method at 3 Streams</a:t>
            </a:r>
          </a:p>
        </p:txBody>
      </p:sp>
      <p:pic>
        <p:nvPicPr>
          <p:cNvPr id="4" name="Picture 3" descr="barchart_memperstream_3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5 Streams</a:t>
            </a:r>
          </a:p>
        </p:txBody>
      </p:sp>
      <p:pic>
        <p:nvPicPr>
          <p:cNvPr id="4" name="Picture 3" descr="barchart_fps_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5 Streams</a:t>
            </a:r>
          </a:p>
        </p:txBody>
      </p:sp>
      <p:pic>
        <p:nvPicPr>
          <p:cNvPr id="4" name="Picture 3" descr="barchart_timeperframe_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Efficiency Comparison (5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ms/frame by High Profile Method at 5 Streams</a:t>
            </a:r>
          </a:p>
        </p:txBody>
      </p:sp>
      <p:pic>
        <p:nvPicPr>
          <p:cNvPr id="4" name="Picture 3" descr="barchart_cpu_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5 Streams</a:t>
            </a:r>
          </a:p>
        </p:txBody>
      </p:sp>
      <p:pic>
        <p:nvPicPr>
          <p:cNvPr id="4" name="Picture 3" descr="barchart_memory_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Worst Memory/Stream Comparison (5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Worst Memory per Stream (kB) by High Profile Method at 5 Streams</a:t>
            </a:r>
          </a:p>
        </p:txBody>
      </p:sp>
      <p:pic>
        <p:nvPicPr>
          <p:cNvPr id="4" name="Picture 3" descr="barchart_memperstream_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(10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10 Streams</a:t>
            </a:r>
          </a:p>
        </p:txBody>
      </p:sp>
      <p:pic>
        <p:nvPicPr>
          <p:cNvPr id="4" name="Picture 3" descr="barchart_fps_1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(10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10 Streams</a:t>
            </a:r>
          </a:p>
        </p:txBody>
      </p:sp>
      <p:pic>
        <p:nvPicPr>
          <p:cNvPr id="4" name="Picture 3" descr="barchart_timeperframe_1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Efficiency Comparison (10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ms/frame by High Profile Method at 10 Streams</a:t>
            </a:r>
          </a:p>
        </p:txBody>
      </p:sp>
      <p:pic>
        <p:nvPicPr>
          <p:cNvPr id="4" name="Picture 3" descr="barchart_cpu_1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(10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10 Streams</a:t>
            </a:r>
          </a:p>
        </p:txBody>
      </p:sp>
      <p:pic>
        <p:nvPicPr>
          <p:cNvPr id="4" name="Picture 3" descr="barchart_memory_1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Worst Memory/Stream Comparison (10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Worst Memory per Stream (kB) by High Profile Method at 10 Streams</a:t>
            </a:r>
          </a:p>
        </p:txBody>
      </p:sp>
      <p:pic>
        <p:nvPicPr>
          <p:cNvPr id="4" name="Picture 3" descr="barchart_memperstream_1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(15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15 Streams</a:t>
            </a:r>
          </a:p>
        </p:txBody>
      </p:sp>
      <p:pic>
        <p:nvPicPr>
          <p:cNvPr id="4" name="Picture 3" descr="barchart_fps_1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(15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15 Streams</a:t>
            </a:r>
          </a:p>
        </p:txBody>
      </p:sp>
      <p:pic>
        <p:nvPicPr>
          <p:cNvPr id="4" name="Picture 3" descr="barchart_timeperframe_1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Efficiency Comparison (15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ms/frame by High Profile Method at 15 Streams</a:t>
            </a:r>
          </a:p>
        </p:txBody>
      </p:sp>
      <p:pic>
        <p:nvPicPr>
          <p:cNvPr id="4" name="Picture 3" descr="barchart_cpu_1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(15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15 Streams</a:t>
            </a:r>
          </a:p>
        </p:txBody>
      </p:sp>
      <p:pic>
        <p:nvPicPr>
          <p:cNvPr id="4" name="Picture 3" descr="barchart_memory_1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Worst Memory/Stream Comparison (15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Worst Memory per Stream (kB) by High Profile Method at 15 Streams</a:t>
            </a:r>
          </a:p>
        </p:txBody>
      </p:sp>
      <p:pic>
        <p:nvPicPr>
          <p:cNvPr id="4" name="Picture 3" descr="barchart_memperstream_1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(20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20 Streams</a:t>
            </a:r>
          </a:p>
        </p:txBody>
      </p:sp>
      <p:pic>
        <p:nvPicPr>
          <p:cNvPr id="4" name="Picture 3" descr="barchart_fps_2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(20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20 Streams</a:t>
            </a:r>
          </a:p>
        </p:txBody>
      </p:sp>
      <p:pic>
        <p:nvPicPr>
          <p:cNvPr id="4" name="Picture 3" descr="barchart_timeperframe_2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Efficiency Comparison (20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ms/frame by High Profile Method at 20 Streams</a:t>
            </a:r>
          </a:p>
        </p:txBody>
      </p:sp>
      <p:pic>
        <p:nvPicPr>
          <p:cNvPr id="4" name="Picture 3" descr="barchart_cpu_2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(20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20 Streams</a:t>
            </a:r>
          </a:p>
        </p:txBody>
      </p:sp>
      <p:pic>
        <p:nvPicPr>
          <p:cNvPr id="4" name="Picture 3" descr="barchart_memory_2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Worst Memory/Stream Comparison (20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Worst Memory per Stream (kB) by High Profile Method at 20 Streams</a:t>
            </a:r>
          </a:p>
        </p:txBody>
      </p:sp>
      <p:pic>
        <p:nvPicPr>
          <p:cNvPr id="4" name="Picture 3" descr="barchart_memperstream_2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(25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25 Streams</a:t>
            </a:r>
          </a:p>
        </p:txBody>
      </p:sp>
      <p:pic>
        <p:nvPicPr>
          <p:cNvPr id="4" name="Picture 3" descr="barchart_fps_2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(25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25 Streams</a:t>
            </a:r>
          </a:p>
        </p:txBody>
      </p:sp>
      <p:pic>
        <p:nvPicPr>
          <p:cNvPr id="4" name="Picture 3" descr="barchart_timeperframe_2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Efficiency Comparison (25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ms/frame by High Profile Method at 25 Streams</a:t>
            </a:r>
          </a:p>
        </p:txBody>
      </p:sp>
      <p:pic>
        <p:nvPicPr>
          <p:cNvPr id="4" name="Picture 3" descr="barchart_cpu_2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(25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25 Streams</a:t>
            </a:r>
          </a:p>
        </p:txBody>
      </p:sp>
      <p:pic>
        <p:nvPicPr>
          <p:cNvPr id="4" name="Picture 3" descr="barchart_memory_2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Worst Memory/Stream Comparison (25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Worst Memory per Stream (kB) by High Profile Method at 25 Streams</a:t>
            </a:r>
          </a:p>
        </p:txBody>
      </p:sp>
      <p:pic>
        <p:nvPicPr>
          <p:cNvPr id="4" name="Picture 3" descr="barchart_memperstream_2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(30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30 Streams</a:t>
            </a:r>
          </a:p>
        </p:txBody>
      </p:sp>
      <p:pic>
        <p:nvPicPr>
          <p:cNvPr id="4" name="Picture 3" descr="barchart_fps_3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(30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30 Streams</a:t>
            </a:r>
          </a:p>
        </p:txBody>
      </p:sp>
      <p:pic>
        <p:nvPicPr>
          <p:cNvPr id="4" name="Picture 3" descr="barchart_timeperframe_3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Efficiency Comparison (30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ms/frame by High Profile Method at 30 Streams</a:t>
            </a:r>
          </a:p>
        </p:txBody>
      </p:sp>
      <p:pic>
        <p:nvPicPr>
          <p:cNvPr id="4" name="Picture 3" descr="barchart_cpu_3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(30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30 Streams</a:t>
            </a:r>
          </a:p>
        </p:txBody>
      </p:sp>
      <p:pic>
        <p:nvPicPr>
          <p:cNvPr id="4" name="Picture 3" descr="barchart_memory_3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Worst Memory/Stream Comparison (30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Worst Memory per Stream (kB) by High Profile Method at 30 Streams</a:t>
            </a:r>
          </a:p>
        </p:txBody>
      </p:sp>
      <p:pic>
        <p:nvPicPr>
          <p:cNvPr id="4" name="Picture 3" descr="barchart_memperstream_3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(35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35 Streams</a:t>
            </a:r>
          </a:p>
        </p:txBody>
      </p:sp>
      <p:pic>
        <p:nvPicPr>
          <p:cNvPr id="4" name="Picture 3" descr="barchart_fps_3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(35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35 Streams</a:t>
            </a:r>
          </a:p>
        </p:txBody>
      </p:sp>
      <p:pic>
        <p:nvPicPr>
          <p:cNvPr id="4" name="Picture 3" descr="barchart_timeperframe_3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Efficiency Comparison (35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ms/frame by High Profile Method at 35 Streams</a:t>
            </a:r>
          </a:p>
        </p:txBody>
      </p:sp>
      <p:pic>
        <p:nvPicPr>
          <p:cNvPr id="4" name="Picture 3" descr="barchart_cpu_3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(35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35 Streams</a:t>
            </a:r>
          </a:p>
        </p:txBody>
      </p:sp>
      <p:pic>
        <p:nvPicPr>
          <p:cNvPr id="4" name="Picture 3" descr="barchart_memory_3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Worst Memory/Stream Comparison (35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Worst Memory per Stream (kB) by High Profile Method at 35 Streams</a:t>
            </a:r>
          </a:p>
        </p:txBody>
      </p:sp>
      <p:pic>
        <p:nvPicPr>
          <p:cNvPr id="4" name="Picture 3" descr="barchart_memperstream_3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(40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40 Streams</a:t>
            </a:r>
          </a:p>
        </p:txBody>
      </p:sp>
      <p:pic>
        <p:nvPicPr>
          <p:cNvPr id="4" name="Picture 3" descr="barchart_fps_4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(40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40 Streams</a:t>
            </a:r>
          </a:p>
        </p:txBody>
      </p:sp>
      <p:pic>
        <p:nvPicPr>
          <p:cNvPr id="4" name="Picture 3" descr="barchart_timeperframe_4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Efficiency Comparison (40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ms/frame by High Profile Method at 40 Streams</a:t>
            </a:r>
          </a:p>
        </p:txBody>
      </p:sp>
      <p:pic>
        <p:nvPicPr>
          <p:cNvPr id="4" name="Picture 3" descr="barchart_cpu_4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(40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40 Streams</a:t>
            </a:r>
          </a:p>
        </p:txBody>
      </p:sp>
      <p:pic>
        <p:nvPicPr>
          <p:cNvPr id="4" name="Picture 3" descr="barchart_memory_4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Worst Memory/Stream Comparison (40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Worst Memory per Stream (kB) by High Profile Method at 40 Streams</a:t>
            </a:r>
          </a:p>
        </p:txBody>
      </p:sp>
      <p:pic>
        <p:nvPicPr>
          <p:cNvPr id="4" name="Picture 3" descr="barchart_memperstream_4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(45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45 Streams</a:t>
            </a:r>
          </a:p>
        </p:txBody>
      </p:sp>
      <p:pic>
        <p:nvPicPr>
          <p:cNvPr id="4" name="Picture 3" descr="barchart_fps_4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(45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45 Streams</a:t>
            </a:r>
          </a:p>
        </p:txBody>
      </p:sp>
      <p:pic>
        <p:nvPicPr>
          <p:cNvPr id="4" name="Picture 3" descr="barchart_timeperframe_4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Efficiency Comparison (45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ms/frame by High Profile Method at 45 Streams</a:t>
            </a:r>
          </a:p>
        </p:txBody>
      </p:sp>
      <p:pic>
        <p:nvPicPr>
          <p:cNvPr id="4" name="Picture 3" descr="barchart_cpu_4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(45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45 Streams</a:t>
            </a:r>
          </a:p>
        </p:txBody>
      </p:sp>
      <p:pic>
        <p:nvPicPr>
          <p:cNvPr id="4" name="Picture 3" descr="barchart_memory_4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Worst Memory/Stream Comparison (45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Worst Memory per Stream (kB) by High Profile Method at 45 Streams</a:t>
            </a:r>
          </a:p>
        </p:txBody>
      </p:sp>
      <p:pic>
        <p:nvPicPr>
          <p:cNvPr id="4" name="Picture 3" descr="barchart_memperstream_4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(50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50 Streams</a:t>
            </a:r>
          </a:p>
        </p:txBody>
      </p:sp>
      <p:pic>
        <p:nvPicPr>
          <p:cNvPr id="4" name="Picture 3" descr="barchart_fps_5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(50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50 Streams</a:t>
            </a:r>
          </a:p>
        </p:txBody>
      </p:sp>
      <p:pic>
        <p:nvPicPr>
          <p:cNvPr id="4" name="Picture 3" descr="barchart_timeperframe_5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Efficiency Comparison (50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ms/frame by High Profile Method at 50 Streams</a:t>
            </a:r>
          </a:p>
        </p:txBody>
      </p:sp>
      <p:pic>
        <p:nvPicPr>
          <p:cNvPr id="4" name="Picture 3" descr="barchart_cpu_5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(50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50 Streams</a:t>
            </a:r>
          </a:p>
        </p:txBody>
      </p:sp>
      <p:pic>
        <p:nvPicPr>
          <p:cNvPr id="4" name="Picture 3" descr="barchart_memory_5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Worst Memory/Stream Comparison (50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Worst Memory per Stream (kB) by High Profile Method at 50 Streams</a:t>
            </a:r>
          </a:p>
        </p:txBody>
      </p:sp>
      <p:pic>
        <p:nvPicPr>
          <p:cNvPr id="4" name="Picture 3" descr="barchart_memperstream_5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