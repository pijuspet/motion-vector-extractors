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5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7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8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9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0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2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4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5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6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7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8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9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0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4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5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6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7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8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9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0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2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3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4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5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6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8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9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0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2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3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4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5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6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7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8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Fastest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Best (lowest time/frame) method at each streams value</a:t>
            </a:r>
          </a:p>
        </p:txBody>
      </p:sp>
      <p:pic>
        <p:nvPicPr>
          <p:cNvPr id="4" name="Picture 3" descr="fastest_high_methods_highligh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Speedup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All metrics normalised so &gt;1.0 = improvement over baseline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Speedup Heatmap vs Baseline (Original FFmpeg MV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Average speedup across all stream counts — green = better, red = worse (Original FFmpeg MV only = 1.0)</a:t>
            </a:r>
          </a:p>
        </p:txBody>
      </p:sp>
      <p:pic>
        <p:nvPicPr>
          <p:cNvPr id="4" name="Picture 3" descr="speedu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Speedup Heatmap at 1 Streams (Original FFmpeg MV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Speedup at 1 streams — green = better, red = worse (Original FFmpeg MV only = 1.0)</a:t>
            </a:r>
          </a:p>
        </p:txBody>
      </p:sp>
      <p:pic>
        <p:nvPicPr>
          <p:cNvPr id="4" name="Picture 3" descr="speedup_heatmap_1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Speedup Heatmap at 3 Streams (Original FFmpeg MV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Speedup at 3 streams — green = better, red = worse (Original FFmpeg MV only = 1.0)</a:t>
            </a:r>
          </a:p>
        </p:txBody>
      </p:sp>
      <p:pic>
        <p:nvPicPr>
          <p:cNvPr id="4" name="Picture 3" descr="speedup_heatmap_3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Speedup Heatmap at 5 Streams (Original FFmpeg MV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Speedup at 5 streams — green = better, red = worse (Original FFmpeg MV only = 1.0)</a:t>
            </a:r>
          </a:p>
        </p:txBody>
      </p:sp>
      <p:pic>
        <p:nvPicPr>
          <p:cNvPr id="4" name="Picture 3" descr="speedup_heatmap_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Speedup Heatmap at 10 Streams (Original FFmpeg MV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Speedup at 10 streams — green = better, red = worse (Original FFmpeg MV only = 1.0)</a:t>
            </a:r>
          </a:p>
        </p:txBody>
      </p:sp>
      <p:pic>
        <p:nvPicPr>
          <p:cNvPr id="4" name="Picture 3" descr="speedup_heatmap_1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Speedup Heatmap at 15 Streams (Original FFmpeg MV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Speedup at 15 streams — green = better, red = worse (Original FFmpeg MV only = 1.0)</a:t>
            </a:r>
          </a:p>
        </p:txBody>
      </p:sp>
      <p:pic>
        <p:nvPicPr>
          <p:cNvPr id="4" name="Picture 3" descr="speedup_heatmap_1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Speedup Heatmap at 20 Streams (Original FFmpeg MV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Speedup at 20 streams — green = better, red = worse (Original FFmpeg MV only = 1.0)</a:t>
            </a:r>
          </a:p>
        </p:txBody>
      </p:sp>
      <p:pic>
        <p:nvPicPr>
          <p:cNvPr id="4" name="Picture 3" descr="speedup_heatmap_2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Speedup Heatmap at 25 Streams (Original FFmpeg MV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Speedup at 25 streams — green = better, red = worse (Original FFmpeg MV only = 1.0)</a:t>
            </a:r>
          </a:p>
        </p:txBody>
      </p:sp>
      <p:pic>
        <p:nvPicPr>
          <p:cNvPr id="4" name="Picture 3" descr="speedup_heatmap_2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Speedup Heatmap at 30 Streams (Original FFmpeg MV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Speedup at 30 streams — green = better, red = worse (Original FFmpeg MV only = 1.0)</a:t>
            </a:r>
          </a:p>
        </p:txBody>
      </p:sp>
      <p:pic>
        <p:nvPicPr>
          <p:cNvPr id="4" name="Picture 3" descr="speedup_heatmap_3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Speedup Heatmap at 35 Streams (Original FFmpeg MV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Speedup at 35 streams — green = better, red = worse (Original FFmpeg MV only = 1.0)</a:t>
            </a:r>
          </a:p>
        </p:txBody>
      </p:sp>
      <p:pic>
        <p:nvPicPr>
          <p:cNvPr id="4" name="Picture 3" descr="speedup_heatmap_3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Speedup Heatmap at 40 Streams (Original FFmpeg MV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Speedup at 40 streams — green = better, red = worse (Original FFmpeg MV only = 1.0)</a:t>
            </a:r>
          </a:p>
        </p:txBody>
      </p:sp>
      <p:pic>
        <p:nvPicPr>
          <p:cNvPr id="4" name="Picture 3" descr="speedup_heatmap_4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Speedup Heatmap at 45 Streams (Original FFmpeg MV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Speedup at 45 streams — green = better, red = worse (Original FFmpeg MV only = 1.0)</a:t>
            </a:r>
          </a:p>
        </p:txBody>
      </p:sp>
      <p:pic>
        <p:nvPicPr>
          <p:cNvPr id="4" name="Picture 3" descr="speedup_heatmap_4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Speedup Heatmap at 50 Streams (Original FFmpeg MV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Speedup at 50 streams — green = better, red = worse (Original FFmpeg MV only = 1.0)</a:t>
            </a:r>
          </a:p>
        </p:txBody>
      </p:sp>
      <p:pic>
        <p:nvPicPr>
          <p:cNvPr id="4" name="Picture 3" descr="speedup_heatmap_5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Throughput Speedup vs Baseline (Original FFmpeg MV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FPS ratio: method / baseline — values &gt; 1.0 = higher throughput</a:t>
            </a:r>
          </a:p>
        </p:txBody>
      </p:sp>
      <p:pic>
        <p:nvPicPr>
          <p:cNvPr id="4" name="Picture 3" descr="speedup_f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Latency Speedup vs Baseline (Original FFmpeg MV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Time/frame ratio: baseline / method — values &gt; 1.0 = lower latency</a:t>
            </a:r>
          </a:p>
        </p:txBody>
      </p:sp>
      <p:pic>
        <p:nvPicPr>
          <p:cNvPr id="4" name="Picture 3" descr="speedup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CPU Efficiency Speedup vs Baseline (Original FFmpeg MV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CPU ms/frame ratio: baseline / method — values &gt; 1.0 = less CPU work</a:t>
            </a:r>
          </a:p>
        </p:txBody>
      </p:sp>
      <p:pic>
        <p:nvPicPr>
          <p:cNvPr id="4" name="Picture 3" descr="speedup_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Memory Usage Speedup vs Baseline (Original FFmpeg MV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Memory ratio: baseline / method — values &gt; 1.0 = less memory</a:t>
            </a:r>
          </a:p>
        </p:txBody>
      </p:sp>
      <p:pic>
        <p:nvPicPr>
          <p:cNvPr id="4" name="Picture 3" descr="speedup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Throughput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High Profile Methods: FPS vs Streams</a:t>
            </a:r>
          </a:p>
        </p:txBody>
      </p:sp>
      <p:pic>
        <p:nvPicPr>
          <p:cNvPr id="4" name="Picture 3" descr="scaling_f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Latency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High Profile Methods: Time per Frame vs Streams</a:t>
            </a:r>
          </a:p>
        </p:txBody>
      </p:sp>
      <p:pic>
        <p:nvPicPr>
          <p:cNvPr id="4" name="Picture 3" descr="scaling_timeper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CPU Efficiency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High Profile Methods: CPU ms/frame vs Streams</a:t>
            </a:r>
          </a:p>
        </p:txBody>
      </p:sp>
      <p:pic>
        <p:nvPicPr>
          <p:cNvPr id="4" name="Picture 3" descr="scaling_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Memory Usage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High Profile Methods: Memory Usage (kB) vs Streams</a:t>
            </a:r>
          </a:p>
        </p:txBody>
      </p:sp>
      <p:pic>
        <p:nvPicPr>
          <p:cNvPr id="4" name="Picture 3" descr="scaling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Worst Memory per Stream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High Profile Methods: Worst Memory/Stream (kB) vs Streams</a:t>
            </a:r>
          </a:p>
        </p:txBody>
      </p:sp>
      <p:pic>
        <p:nvPicPr>
          <p:cNvPr id="4" name="Picture 3" descr="scaling_memperst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Grouped FPS Comparison (All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All High Profile Methods: FPS per Streams, Grouped Bar Chart</a:t>
            </a:r>
          </a:p>
        </p:txBody>
      </p:sp>
      <p:pic>
        <p:nvPicPr>
          <p:cNvPr id="4" name="Picture 3" descr="grouped_barchart_f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Grouped Latency Comparison (All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All High Profile Methods: Latency (ms/frame) per Streams, Grouped Bar Chart</a:t>
            </a:r>
          </a:p>
        </p:txBody>
      </p:sp>
      <p:pic>
        <p:nvPicPr>
          <p:cNvPr id="4" name="Picture 3" descr="grouped_barchart_timeper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Grouped CPU Efficiency Comparison (All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All High Profile Methods: CPU ms/frame per Streams, Grouped Bar Chart</a:t>
            </a:r>
          </a:p>
        </p:txBody>
      </p:sp>
      <p:pic>
        <p:nvPicPr>
          <p:cNvPr id="4" name="Picture 3" descr="grouped_barchart_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Grouped Memory Usage Comparison (All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All High Profile Methods: Memory Usage per Streams, Grouped Bar Chart</a:t>
            </a:r>
          </a:p>
        </p:txBody>
      </p:sp>
      <p:pic>
        <p:nvPicPr>
          <p:cNvPr id="4" name="Picture 3" descr="grouped_barchart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Detailed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Full Per-Streams Benchmark Results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Detailed Table: Streams=1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All metrics for high-profile methods, streams=1</a:t>
            </a:r>
          </a:p>
        </p:txBody>
      </p:sp>
      <p:pic>
        <p:nvPicPr>
          <p:cNvPr id="4" name="Picture 3" descr="detail_table_1streams_highligh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Detailed Table: Streams=3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All metrics for high-profile methods, streams=3</a:t>
            </a:r>
          </a:p>
        </p:txBody>
      </p:sp>
      <p:pic>
        <p:nvPicPr>
          <p:cNvPr id="4" name="Picture 3" descr="detail_table_3streams_highligh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Detailed Table: Streams=5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All metrics for high-profile methods, streams=5</a:t>
            </a:r>
          </a:p>
        </p:txBody>
      </p:sp>
      <p:pic>
        <p:nvPicPr>
          <p:cNvPr id="4" name="Picture 3" descr="detail_table_5streams_highligh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Detailed Table: Streams=10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All metrics for high-profile methods, streams=10</a:t>
            </a:r>
          </a:p>
        </p:txBody>
      </p:sp>
      <p:pic>
        <p:nvPicPr>
          <p:cNvPr id="4" name="Picture 3" descr="detail_table_10streams_highligh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Detailed Table: Streams=15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All metrics for high-profile methods, streams=15</a:t>
            </a:r>
          </a:p>
        </p:txBody>
      </p:sp>
      <p:pic>
        <p:nvPicPr>
          <p:cNvPr id="4" name="Picture 3" descr="detail_table_15streams_highligh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Detailed Table: Streams=20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All metrics for high-profile methods, streams=20</a:t>
            </a:r>
          </a:p>
        </p:txBody>
      </p:sp>
      <p:pic>
        <p:nvPicPr>
          <p:cNvPr id="4" name="Picture 3" descr="detail_table_20streams_highligh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Detailed Table: Streams=25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All metrics for high-profile methods, streams=25</a:t>
            </a:r>
          </a:p>
        </p:txBody>
      </p:sp>
      <p:pic>
        <p:nvPicPr>
          <p:cNvPr id="4" name="Picture 3" descr="detail_table_25streams_highligh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Detailed Table: Streams=30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All metrics for high-profile methods, streams=30</a:t>
            </a:r>
          </a:p>
        </p:txBody>
      </p:sp>
      <p:pic>
        <p:nvPicPr>
          <p:cNvPr id="4" name="Picture 3" descr="detail_table_30streams_highligh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Detailed Table: Streams=35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All metrics for high-profile methods, streams=35</a:t>
            </a:r>
          </a:p>
        </p:txBody>
      </p:sp>
      <p:pic>
        <p:nvPicPr>
          <p:cNvPr id="4" name="Picture 3" descr="detail_table_35streams_highligh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Detailed Table: Streams=40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All metrics for high-profile methods, streams=40</a:t>
            </a:r>
          </a:p>
        </p:txBody>
      </p:sp>
      <p:pic>
        <p:nvPicPr>
          <p:cNvPr id="4" name="Picture 3" descr="detail_table_40streams_highligh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Detailed Table: Streams=45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All metrics for high-profile methods, streams=45</a:t>
            </a:r>
          </a:p>
        </p:txBody>
      </p:sp>
      <p:pic>
        <p:nvPicPr>
          <p:cNvPr id="4" name="Picture 3" descr="detail_table_45streams_highligh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Detailed Table: Streams=50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All metrics for high-profile methods, streams=50</a:t>
            </a:r>
          </a:p>
        </p:txBody>
      </p:sp>
      <p:pic>
        <p:nvPicPr>
          <p:cNvPr id="4" name="Picture 3" descr="detail_table_50streams_highligh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FPS Comparison (1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Throughput (FPS) by High Profile Method at 1 Streams</a:t>
            </a:r>
          </a:p>
        </p:txBody>
      </p:sp>
      <p:pic>
        <p:nvPicPr>
          <p:cNvPr id="4" name="Picture 3" descr="barchart_fps_1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Latency Comparison (1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Time per Frame (ms) by High Profile Method at 1 Streams</a:t>
            </a:r>
          </a:p>
        </p:txBody>
      </p:sp>
      <p:pic>
        <p:nvPicPr>
          <p:cNvPr id="4" name="Picture 3" descr="barchart_timeperframe_1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CPU Efficiency Comparison (1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CPU ms/frame by High Profile Method at 1 Streams</a:t>
            </a:r>
          </a:p>
        </p:txBody>
      </p:sp>
      <p:pic>
        <p:nvPicPr>
          <p:cNvPr id="4" name="Picture 3" descr="barchart_cpu_1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Memory Usage Comparison (1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Memory Peak (kB) by High Profile Method at 1 Streams</a:t>
            </a:r>
          </a:p>
        </p:txBody>
      </p:sp>
      <p:pic>
        <p:nvPicPr>
          <p:cNvPr id="4" name="Picture 3" descr="barchart_memory_1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Worst Memory/Stream Comparison (1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Worst Memory per Stream (kB) by High Profile Method at 1 Streams</a:t>
            </a:r>
          </a:p>
        </p:txBody>
      </p:sp>
      <p:pic>
        <p:nvPicPr>
          <p:cNvPr id="4" name="Picture 3" descr="barchart_memperstream_1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FPS Comparison (3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Throughput (FPS) by High Profile Method at 3 Streams</a:t>
            </a:r>
          </a:p>
        </p:txBody>
      </p:sp>
      <p:pic>
        <p:nvPicPr>
          <p:cNvPr id="4" name="Picture 3" descr="barchart_fps_3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Latency Comparison (3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Time per Frame (ms) by High Profile Method at 3 Streams</a:t>
            </a:r>
          </a:p>
        </p:txBody>
      </p:sp>
      <p:pic>
        <p:nvPicPr>
          <p:cNvPr id="4" name="Picture 3" descr="barchart_timeperframe_3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CPU Efficiency Comparison (3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CPU ms/frame by High Profile Method at 3 Streams</a:t>
            </a:r>
          </a:p>
        </p:txBody>
      </p:sp>
      <p:pic>
        <p:nvPicPr>
          <p:cNvPr id="4" name="Picture 3" descr="barchart_cpu_3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Memory Usage Comparison (3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Memory Peak (kB) by High Profile Method at 3 Streams</a:t>
            </a:r>
          </a:p>
        </p:txBody>
      </p:sp>
      <p:pic>
        <p:nvPicPr>
          <p:cNvPr id="4" name="Picture 3" descr="barchart_memory_3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Worst Memory/Stream Comparison (3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Worst Memory per Stream (kB) by High Profile Method at 3 Streams</a:t>
            </a:r>
          </a:p>
        </p:txBody>
      </p:sp>
      <p:pic>
        <p:nvPicPr>
          <p:cNvPr id="4" name="Picture 3" descr="barchart_memperstream_3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FPS Comparison (5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Throughput (FPS) by High Profile Method at 5 Streams</a:t>
            </a:r>
          </a:p>
        </p:txBody>
      </p:sp>
      <p:pic>
        <p:nvPicPr>
          <p:cNvPr id="4" name="Picture 3" descr="barchart_fps_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Latency Comparison (5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Time per Frame (ms) by High Profile Method at 5 Streams</a:t>
            </a:r>
          </a:p>
        </p:txBody>
      </p:sp>
      <p:pic>
        <p:nvPicPr>
          <p:cNvPr id="4" name="Picture 3" descr="barchart_timeperframe_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CPU Efficiency Comparison (5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CPU ms/frame by High Profile Method at 5 Streams</a:t>
            </a:r>
          </a:p>
        </p:txBody>
      </p:sp>
      <p:pic>
        <p:nvPicPr>
          <p:cNvPr id="4" name="Picture 3" descr="barchart_cpu_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Memory Usage Comparison (5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Memory Peak (kB) by High Profile Method at 5 Streams</a:t>
            </a:r>
          </a:p>
        </p:txBody>
      </p:sp>
      <p:pic>
        <p:nvPicPr>
          <p:cNvPr id="4" name="Picture 3" descr="barchart_memory_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Worst Memory/Stream Comparison (5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Worst Memory per Stream (kB) by High Profile Method at 5 Streams</a:t>
            </a:r>
          </a:p>
        </p:txBody>
      </p:sp>
      <p:pic>
        <p:nvPicPr>
          <p:cNvPr id="4" name="Picture 3" descr="barchart_memperstream_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FPS Comparison (10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Throughput (FPS) by High Profile Method at 10 Streams</a:t>
            </a:r>
          </a:p>
        </p:txBody>
      </p:sp>
      <p:pic>
        <p:nvPicPr>
          <p:cNvPr id="4" name="Picture 3" descr="barchart_fps_1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Latency Comparison (10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Time per Frame (ms) by High Profile Method at 10 Streams</a:t>
            </a:r>
          </a:p>
        </p:txBody>
      </p:sp>
      <p:pic>
        <p:nvPicPr>
          <p:cNvPr id="4" name="Picture 3" descr="barchart_timeperframe_1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CPU Efficiency Comparison (10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CPU ms/frame by High Profile Method at 10 Streams</a:t>
            </a:r>
          </a:p>
        </p:txBody>
      </p:sp>
      <p:pic>
        <p:nvPicPr>
          <p:cNvPr id="4" name="Picture 3" descr="barchart_cpu_1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Memory Usage Comparison (10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Memory Peak (kB) by High Profile Method at 10 Streams</a:t>
            </a:r>
          </a:p>
        </p:txBody>
      </p:sp>
      <p:pic>
        <p:nvPicPr>
          <p:cNvPr id="4" name="Picture 3" descr="barchart_memory_1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Worst Memory/Stream Comparison (10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Worst Memory per Stream (kB) by High Profile Method at 10 Streams</a:t>
            </a:r>
          </a:p>
        </p:txBody>
      </p:sp>
      <p:pic>
        <p:nvPicPr>
          <p:cNvPr id="4" name="Picture 3" descr="barchart_memperstream_1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FPS Comparison (15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Throughput (FPS) by High Profile Method at 15 Streams</a:t>
            </a:r>
          </a:p>
        </p:txBody>
      </p:sp>
      <p:pic>
        <p:nvPicPr>
          <p:cNvPr id="4" name="Picture 3" descr="barchart_fps_1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Latency Comparison (15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Time per Frame (ms) by High Profile Method at 15 Streams</a:t>
            </a:r>
          </a:p>
        </p:txBody>
      </p:sp>
      <p:pic>
        <p:nvPicPr>
          <p:cNvPr id="4" name="Picture 3" descr="barchart_timeperframe_1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CPU Efficiency Comparison (15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CPU ms/frame by High Profile Method at 15 Streams</a:t>
            </a:r>
          </a:p>
        </p:txBody>
      </p:sp>
      <p:pic>
        <p:nvPicPr>
          <p:cNvPr id="4" name="Picture 3" descr="barchart_cpu_1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Memory Usage Comparison (15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Memory Peak (kB) by High Profile Method at 15 Streams</a:t>
            </a:r>
          </a:p>
        </p:txBody>
      </p:sp>
      <p:pic>
        <p:nvPicPr>
          <p:cNvPr id="4" name="Picture 3" descr="barchart_memory_1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Worst Memory/Stream Comparison (15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Worst Memory per Stream (kB) by High Profile Method at 15 Streams</a:t>
            </a:r>
          </a:p>
        </p:txBody>
      </p:sp>
      <p:pic>
        <p:nvPicPr>
          <p:cNvPr id="4" name="Picture 3" descr="barchart_memperstream_1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FPS Comparison (20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Throughput (FPS) by High Profile Method at 20 Streams</a:t>
            </a:r>
          </a:p>
        </p:txBody>
      </p:sp>
      <p:pic>
        <p:nvPicPr>
          <p:cNvPr id="4" name="Picture 3" descr="barchart_fps_2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Latency Comparison (20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Time per Frame (ms) by High Profile Method at 20 Streams</a:t>
            </a:r>
          </a:p>
        </p:txBody>
      </p:sp>
      <p:pic>
        <p:nvPicPr>
          <p:cNvPr id="4" name="Picture 3" descr="barchart_timeperframe_2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CPU Efficiency Comparison (20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CPU ms/frame by High Profile Method at 20 Streams</a:t>
            </a:r>
          </a:p>
        </p:txBody>
      </p:sp>
      <p:pic>
        <p:nvPicPr>
          <p:cNvPr id="4" name="Picture 3" descr="barchart_cpu_2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Memory Usage Comparison (20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Memory Peak (kB) by High Profile Method at 20 Streams</a:t>
            </a:r>
          </a:p>
        </p:txBody>
      </p:sp>
      <p:pic>
        <p:nvPicPr>
          <p:cNvPr id="4" name="Picture 3" descr="barchart_memory_2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Worst Memory/Stream Comparison (20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Worst Memory per Stream (kB) by High Profile Method at 20 Streams</a:t>
            </a:r>
          </a:p>
        </p:txBody>
      </p:sp>
      <p:pic>
        <p:nvPicPr>
          <p:cNvPr id="4" name="Picture 3" descr="barchart_memperstream_2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FPS Comparison (25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Throughput (FPS) by High Profile Method at 25 Streams</a:t>
            </a:r>
          </a:p>
        </p:txBody>
      </p:sp>
      <p:pic>
        <p:nvPicPr>
          <p:cNvPr id="4" name="Picture 3" descr="barchart_fps_2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Latency Comparison (25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Time per Frame (ms) by High Profile Method at 25 Streams</a:t>
            </a:r>
          </a:p>
        </p:txBody>
      </p:sp>
      <p:pic>
        <p:nvPicPr>
          <p:cNvPr id="4" name="Picture 3" descr="barchart_timeperframe_2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CPU Efficiency Comparison (25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CPU ms/frame by High Profile Method at 25 Streams</a:t>
            </a:r>
          </a:p>
        </p:txBody>
      </p:sp>
      <p:pic>
        <p:nvPicPr>
          <p:cNvPr id="4" name="Picture 3" descr="barchart_cpu_2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Memory Usage Comparison (25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Memory Peak (kB) by High Profile Method at 25 Streams</a:t>
            </a:r>
          </a:p>
        </p:txBody>
      </p:sp>
      <p:pic>
        <p:nvPicPr>
          <p:cNvPr id="4" name="Picture 3" descr="barchart_memory_2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Worst Memory/Stream Comparison (25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Worst Memory per Stream (kB) by High Profile Method at 25 Streams</a:t>
            </a:r>
          </a:p>
        </p:txBody>
      </p:sp>
      <p:pic>
        <p:nvPicPr>
          <p:cNvPr id="4" name="Picture 3" descr="barchart_memperstream_2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FPS Comparison (30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Throughput (FPS) by High Profile Method at 30 Streams</a:t>
            </a:r>
          </a:p>
        </p:txBody>
      </p:sp>
      <p:pic>
        <p:nvPicPr>
          <p:cNvPr id="4" name="Picture 3" descr="barchart_fps_3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Latency Comparison (30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Time per Frame (ms) by High Profile Method at 30 Streams</a:t>
            </a:r>
          </a:p>
        </p:txBody>
      </p:sp>
      <p:pic>
        <p:nvPicPr>
          <p:cNvPr id="4" name="Picture 3" descr="barchart_timeperframe_3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CPU Efficiency Comparison (30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CPU ms/frame by High Profile Method at 30 Streams</a:t>
            </a:r>
          </a:p>
        </p:txBody>
      </p:sp>
      <p:pic>
        <p:nvPicPr>
          <p:cNvPr id="4" name="Picture 3" descr="barchart_cpu_3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Memory Usage Comparison (30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Memory Peak (kB) by High Profile Method at 30 Streams</a:t>
            </a:r>
          </a:p>
        </p:txBody>
      </p:sp>
      <p:pic>
        <p:nvPicPr>
          <p:cNvPr id="4" name="Picture 3" descr="barchart_memory_3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Worst Memory/Stream Comparison (30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Worst Memory per Stream (kB) by High Profile Method at 30 Streams</a:t>
            </a:r>
          </a:p>
        </p:txBody>
      </p:sp>
      <p:pic>
        <p:nvPicPr>
          <p:cNvPr id="4" name="Picture 3" descr="barchart_memperstream_3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FPS Comparison (35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Throughput (FPS) by High Profile Method at 35 Streams</a:t>
            </a:r>
          </a:p>
        </p:txBody>
      </p:sp>
      <p:pic>
        <p:nvPicPr>
          <p:cNvPr id="4" name="Picture 3" descr="barchart_fps_3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Latency Comparison (35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Time per Frame (ms) by High Profile Method at 35 Streams</a:t>
            </a:r>
          </a:p>
        </p:txBody>
      </p:sp>
      <p:pic>
        <p:nvPicPr>
          <p:cNvPr id="4" name="Picture 3" descr="barchart_timeperframe_3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CPU Efficiency Comparison (35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CPU ms/frame by High Profile Method at 35 Streams</a:t>
            </a:r>
          </a:p>
        </p:txBody>
      </p:sp>
      <p:pic>
        <p:nvPicPr>
          <p:cNvPr id="4" name="Picture 3" descr="barchart_cpu_3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Memory Usage Comparison (35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Memory Peak (kB) by High Profile Method at 35 Streams</a:t>
            </a:r>
          </a:p>
        </p:txBody>
      </p:sp>
      <p:pic>
        <p:nvPicPr>
          <p:cNvPr id="4" name="Picture 3" descr="barchart_memory_3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Worst Memory/Stream Comparison (35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Worst Memory per Stream (kB) by High Profile Method at 35 Streams</a:t>
            </a:r>
          </a:p>
        </p:txBody>
      </p:sp>
      <p:pic>
        <p:nvPicPr>
          <p:cNvPr id="4" name="Picture 3" descr="barchart_memperstream_3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FPS Comparison (40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Throughput (FPS) by High Profile Method at 40 Streams</a:t>
            </a:r>
          </a:p>
        </p:txBody>
      </p:sp>
      <p:pic>
        <p:nvPicPr>
          <p:cNvPr id="4" name="Picture 3" descr="barchart_fps_4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Latency Comparison (40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Time per Frame (ms) by High Profile Method at 40 Streams</a:t>
            </a:r>
          </a:p>
        </p:txBody>
      </p:sp>
      <p:pic>
        <p:nvPicPr>
          <p:cNvPr id="4" name="Picture 3" descr="barchart_timeperframe_4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CPU Efficiency Comparison (40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CPU ms/frame by High Profile Method at 40 Streams</a:t>
            </a:r>
          </a:p>
        </p:txBody>
      </p:sp>
      <p:pic>
        <p:nvPicPr>
          <p:cNvPr id="4" name="Picture 3" descr="barchart_cpu_4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Memory Usage Comparison (40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Memory Peak (kB) by High Profile Method at 40 Streams</a:t>
            </a:r>
          </a:p>
        </p:txBody>
      </p:sp>
      <p:pic>
        <p:nvPicPr>
          <p:cNvPr id="4" name="Picture 3" descr="barchart_memory_4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Worst Memory/Stream Comparison (40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Worst Memory per Stream (kB) by High Profile Method at 40 Streams</a:t>
            </a:r>
          </a:p>
        </p:txBody>
      </p:sp>
      <p:pic>
        <p:nvPicPr>
          <p:cNvPr id="4" name="Picture 3" descr="barchart_memperstream_4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FPS Comparison (45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Throughput (FPS) by High Profile Method at 45 Streams</a:t>
            </a:r>
          </a:p>
        </p:txBody>
      </p:sp>
      <p:pic>
        <p:nvPicPr>
          <p:cNvPr id="4" name="Picture 3" descr="barchart_fps_4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Latency Comparison (45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Time per Frame (ms) by High Profile Method at 45 Streams</a:t>
            </a:r>
          </a:p>
        </p:txBody>
      </p:sp>
      <p:pic>
        <p:nvPicPr>
          <p:cNvPr id="4" name="Picture 3" descr="barchart_timeperframe_4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CPU Efficiency Comparison (45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CPU ms/frame by High Profile Method at 45 Streams</a:t>
            </a:r>
          </a:p>
        </p:txBody>
      </p:sp>
      <p:pic>
        <p:nvPicPr>
          <p:cNvPr id="4" name="Picture 3" descr="barchart_cpu_4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Memory Usage Comparison (45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Memory Peak (kB) by High Profile Method at 45 Streams</a:t>
            </a:r>
          </a:p>
        </p:txBody>
      </p:sp>
      <p:pic>
        <p:nvPicPr>
          <p:cNvPr id="4" name="Picture 3" descr="barchart_memory_4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Worst Memory/Stream Comparison (45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Worst Memory per Stream (kB) by High Profile Method at 45 Streams</a:t>
            </a:r>
          </a:p>
        </p:txBody>
      </p:sp>
      <p:pic>
        <p:nvPicPr>
          <p:cNvPr id="4" name="Picture 3" descr="barchart_memperstream_4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FPS Comparison (50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Throughput (FPS) by High Profile Method at 50 Streams</a:t>
            </a:r>
          </a:p>
        </p:txBody>
      </p:sp>
      <p:pic>
        <p:nvPicPr>
          <p:cNvPr id="4" name="Picture 3" descr="barchart_fps_5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Latency Comparison (50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Time per Frame (ms) by High Profile Method at 50 Streams</a:t>
            </a:r>
          </a:p>
        </p:txBody>
      </p:sp>
      <p:pic>
        <p:nvPicPr>
          <p:cNvPr id="4" name="Picture 3" descr="barchart_timeperframe_5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CPU Efficiency Comparison (50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CPU ms/frame by High Profile Method at 50 Streams</a:t>
            </a:r>
          </a:p>
        </p:txBody>
      </p:sp>
      <p:pic>
        <p:nvPicPr>
          <p:cNvPr id="4" name="Picture 3" descr="barchart_cpu_5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Memory Usage Comparison (50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Memory Peak (kB) by High Profile Method at 50 Streams</a:t>
            </a:r>
          </a:p>
        </p:txBody>
      </p:sp>
      <p:pic>
        <p:nvPicPr>
          <p:cNvPr id="4" name="Picture 3" descr="barchart_memory_5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Worst Memory/Stream Comparison (50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Worst Memory per Stream (kB) by High Profile Method at 50 Streams</a:t>
            </a:r>
          </a:p>
        </p:txBody>
      </p:sp>
      <p:pic>
        <p:nvPicPr>
          <p:cNvPr id="4" name="Picture 3" descr="barchart_memperstream_5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