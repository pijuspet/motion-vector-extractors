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Fastest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Best (lowest time/frame) method at each streams value</a:t>
            </a:r>
          </a:p>
        </p:txBody>
      </p:sp>
      <p:pic>
        <p:nvPicPr>
          <p:cNvPr id="4" name="Picture 3" descr="fastest_high_method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Throughput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FPS vs Streams</a:t>
            </a:r>
          </a:p>
        </p:txBody>
      </p:sp>
      <p:pic>
        <p:nvPicPr>
          <p:cNvPr id="4" name="Picture 3" descr="scaling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Latency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Time per Frame vs Streams</a:t>
            </a:r>
          </a:p>
        </p:txBody>
      </p:sp>
      <p:pic>
        <p:nvPicPr>
          <p:cNvPr id="4" name="Picture 3" descr="scaling_timeper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CPU Usage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CPU Usage (%) vs Streams</a:t>
            </a:r>
          </a:p>
        </p:txBody>
      </p:sp>
      <p:pic>
        <p:nvPicPr>
          <p:cNvPr id="4" name="Picture 3" descr="scaling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Memory Usage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High Profile Methods: Memory Usage (kB) vs Streams</a:t>
            </a:r>
          </a:p>
        </p:txBody>
      </p:sp>
      <p:pic>
        <p:nvPicPr>
          <p:cNvPr id="4" name="Picture 3" descr="scaling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FPS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FPS per Streams, Grouped Bar Chart</a:t>
            </a:r>
          </a:p>
        </p:txBody>
      </p:sp>
      <p:pic>
        <p:nvPicPr>
          <p:cNvPr id="4" name="Picture 3" descr="grouped_barchart_f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Latency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Latency (ms/frame) per Streams, Grouped Bar Chart</a:t>
            </a:r>
          </a:p>
        </p:txBody>
      </p:sp>
      <p:pic>
        <p:nvPicPr>
          <p:cNvPr id="4" name="Picture 3" descr="grouped_barchart_timeper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CPU Usage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CPU Usage per Streams, Grouped Bar Chart</a:t>
            </a:r>
          </a:p>
        </p:txBody>
      </p:sp>
      <p:pic>
        <p:nvPicPr>
          <p:cNvPr id="4" name="Picture 3" descr="grouped_barchart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Grouped Memory Usage Comparison (All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High Profile Methods: Memory Usage per Streams, Grouped Bar Chart</a:t>
            </a:r>
          </a:p>
        </p:txBody>
      </p:sp>
      <p:pic>
        <p:nvPicPr>
          <p:cNvPr id="4" name="Picture 3" descr="grouped_barchart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Full Per-Streams Benchmark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streams=1</a:t>
            </a:r>
          </a:p>
        </p:txBody>
      </p:sp>
      <p:pic>
        <p:nvPicPr>
          <p:cNvPr id="4" name="Picture 3" descr="detail_table_1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streams=3</a:t>
            </a:r>
          </a:p>
        </p:txBody>
      </p:sp>
      <p:pic>
        <p:nvPicPr>
          <p:cNvPr id="4" name="Picture 3" descr="detail_table_3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streams=5</a:t>
            </a:r>
          </a:p>
        </p:txBody>
      </p:sp>
      <p:pic>
        <p:nvPicPr>
          <p:cNvPr id="4" name="Picture 3" descr="detail_table_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streams=10</a:t>
            </a:r>
          </a:p>
        </p:txBody>
      </p:sp>
      <p:pic>
        <p:nvPicPr>
          <p:cNvPr id="4" name="Picture 3" descr="detail_table_10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Detailed Table: Streams=15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All metrics for high-profile methods, streams=15</a:t>
            </a:r>
          </a:p>
        </p:txBody>
      </p:sp>
      <p:pic>
        <p:nvPicPr>
          <p:cNvPr id="4" name="Picture 3" descr="detail_table_15streams_highl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1 Streams</a:t>
            </a:r>
          </a:p>
        </p:txBody>
      </p:sp>
      <p:pic>
        <p:nvPicPr>
          <p:cNvPr id="4" name="Picture 3" descr="barchart_fps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1 Streams</a:t>
            </a:r>
          </a:p>
        </p:txBody>
      </p:sp>
      <p:pic>
        <p:nvPicPr>
          <p:cNvPr id="4" name="Picture 3" descr="barchart_timeperframe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Usage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Usage (%) by High Profile Method at 1 Streams</a:t>
            </a:r>
          </a:p>
        </p:txBody>
      </p:sp>
      <p:pic>
        <p:nvPicPr>
          <p:cNvPr id="4" name="Picture 3" descr="barchart_cpu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(1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1 Streams</a:t>
            </a:r>
          </a:p>
        </p:txBody>
      </p:sp>
      <p:pic>
        <p:nvPicPr>
          <p:cNvPr id="4" name="Picture 3" descr="barchart_memory_1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3 Streams</a:t>
            </a:r>
          </a:p>
        </p:txBody>
      </p:sp>
      <p:pic>
        <p:nvPicPr>
          <p:cNvPr id="4" name="Picture 3" descr="barchart_fps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3 Streams</a:t>
            </a:r>
          </a:p>
        </p:txBody>
      </p:sp>
      <p:pic>
        <p:nvPicPr>
          <p:cNvPr id="4" name="Picture 3" descr="barchart_timeperframe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Usage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Usage (%) by High Profile Method at 3 Streams</a:t>
            </a:r>
          </a:p>
        </p:txBody>
      </p:sp>
      <p:pic>
        <p:nvPicPr>
          <p:cNvPr id="4" name="Picture 3" descr="barchart_cpu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(3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3 Streams</a:t>
            </a:r>
          </a:p>
        </p:txBody>
      </p:sp>
      <p:pic>
        <p:nvPicPr>
          <p:cNvPr id="4" name="Picture 3" descr="barchart_memory_3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5 Streams</a:t>
            </a:r>
          </a:p>
        </p:txBody>
      </p:sp>
      <p:pic>
        <p:nvPicPr>
          <p:cNvPr id="4" name="Picture 3" descr="barchart_fps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5 Streams</a:t>
            </a:r>
          </a:p>
        </p:txBody>
      </p:sp>
      <p:pic>
        <p:nvPicPr>
          <p:cNvPr id="4" name="Picture 3" descr="barchart_timeperframe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Usage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Usage (%) by High Profile Method at 5 Streams</a:t>
            </a:r>
          </a:p>
        </p:txBody>
      </p:sp>
      <p:pic>
        <p:nvPicPr>
          <p:cNvPr id="4" name="Picture 3" descr="barchart_cpu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5 Streams</a:t>
            </a:r>
          </a:p>
        </p:txBody>
      </p:sp>
      <p:pic>
        <p:nvPicPr>
          <p:cNvPr id="4" name="Picture 3" descr="barchart_memory_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10 Streams</a:t>
            </a:r>
          </a:p>
        </p:txBody>
      </p:sp>
      <p:pic>
        <p:nvPicPr>
          <p:cNvPr id="4" name="Picture 3" descr="barchart_fps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10 Streams</a:t>
            </a:r>
          </a:p>
        </p:txBody>
      </p:sp>
      <p:pic>
        <p:nvPicPr>
          <p:cNvPr id="4" name="Picture 3" descr="barchart_timeperframe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Usage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Usage (%) by High Profile Method at 10 Streams</a:t>
            </a:r>
          </a:p>
        </p:txBody>
      </p:sp>
      <p:pic>
        <p:nvPicPr>
          <p:cNvPr id="4" name="Picture 3" descr="barchart_cpu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(10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10 Streams</a:t>
            </a:r>
          </a:p>
        </p:txBody>
      </p:sp>
      <p:pic>
        <p:nvPicPr>
          <p:cNvPr id="4" name="Picture 3" descr="barchart_memory_10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FPS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Throughput (FPS) by High Profile Method at 15 Streams</a:t>
            </a:r>
          </a:p>
        </p:txBody>
      </p:sp>
      <p:pic>
        <p:nvPicPr>
          <p:cNvPr id="4" name="Picture 3" descr="barchart_fps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Latency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Time per Frame (ms) by High Profile Method at 15 Streams</a:t>
            </a:r>
          </a:p>
        </p:txBody>
      </p:sp>
      <p:pic>
        <p:nvPicPr>
          <p:cNvPr id="4" name="Picture 3" descr="barchart_timeperframe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CPU Usage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CPU Usage (%) by High Profile Method at 15 Streams</a:t>
            </a:r>
          </a:p>
        </p:txBody>
      </p:sp>
      <p:pic>
        <p:nvPicPr>
          <p:cNvPr id="4" name="Picture 3" descr="barchart_cpu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Algorithm Memory Usage Comparison (15 Streams)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Memory Peak (kB) by High Profile Method at 15 Streams</a:t>
            </a:r>
          </a:p>
        </p:txBody>
      </p:sp>
      <p:pic>
        <p:nvPicPr>
          <p:cNvPr id="4" name="Picture 3" descr="barchart_memory_15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